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ee965b68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ee965b68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ee965b68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ee965b68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ee965b68f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ee965b68f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ee965b68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ee965b68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e965b68f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ee965b68f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ee965b68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ee965b68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ee965b68f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ee965b68f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ee965b68f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ee965b68f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ee965b68f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ee965b68f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ee965b68f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ee965b68f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e965b68f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ee965b68f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ee965b68f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ee965b68f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ee965b68f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ee965b68f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f13ef78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f13ef78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WELFl2X8Ugk" TargetMode="External"/><Relationship Id="rId5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9ETlTDhXUEk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_Fake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1_Do-you-read-news-dai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5" y="0"/>
            <a:ext cx="912814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 title="bla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FakeOff Demo Projec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100" y="260488"/>
            <a:ext cx="8217800" cy="46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4_What-Is-Fake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0100"/>
            <a:ext cx="9143997" cy="5183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5_Who-is-our-Targ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8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6_Why-FakeOff-Matters-Value-Proposi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7_How-FakeOff-Works-The-Technolo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8_Building-Blocks-Our-Resourc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38098" cy="519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9_Ka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228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 title="10_Our-Action-Pl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 title="11_Timeline-From-Idea-to-Impa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 title="12_Whats-Next-The-Future-of-Fake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 title="13_SWOT-Analysis-of-Fake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 title="14_FakeOff-A-Bridge-to-the-Fu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 title="bla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TCA AI Team 2 Dem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50" y="482200"/>
            <a:ext cx="7429500" cy="41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